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2B5E-CA24-39DC-6DAA-AE2D21FE4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D9F12-48D6-4D6D-D326-BF5BF5314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0CA7-EF8C-F8E9-9832-52BAC8270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B739D-CE59-9AB9-8203-EA8C7539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4ED7D-9431-E95D-8A5E-FF39C643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6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7842-C942-F68C-CB88-4C1EBD73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03794-9E84-33A4-7CD2-5809805EC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1A0CF-0D25-D191-324E-968C2031F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DDF0E-630C-1309-5D34-90353652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222C5-D933-D168-FA64-2EA4CC66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9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5A60E-B876-6223-11C7-1465D13D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090F2-7390-F085-5D80-771352E41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8E47-2A34-BFF9-2F73-EA67A41D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28CC-50E1-BAB5-1334-B581041B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3D416-BDC9-18C6-929C-822061C5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10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02CB-AC6F-6A9A-66CB-DE9EB3769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353E4-756E-AE6E-7554-5933B9ABC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BDF32-8140-1977-5032-B78A7B0C9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67FDD-3817-5B6B-F050-A36929E59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4AA30-3026-2403-F7C5-3AD75A7E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19910-464E-DDEE-596A-30D678C2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12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1A3E-4A99-0FC9-C705-72735338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B92DD-31E2-A0F0-7BAB-B01CF79FF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62CA4-90F7-DCB9-172B-C24F1F1DA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281AB-28A8-D404-DBD8-61F840D73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B6E7F-2988-AC48-4BCC-35BE57564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840CCA-E2AF-1EA2-8FE4-230710B8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16936A-09F0-6E5C-C063-A3593A91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245BA-094B-0EC6-2D6C-E0BB4946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59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6CE3-E04D-6701-8341-53539D6D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D2E99-B32C-267D-F9AA-D87CFE4D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2C062-4BB4-A13C-90C5-F62C8C570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E8A5C-A1AD-102E-881F-BFE501E9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9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E9B9D-A5A8-AB5C-49B3-99B09C32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E8619-23C2-46F3-0446-035BE364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BF724-EAA9-E76E-AC5E-7A5D4059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53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63D4-FCDC-1B92-8571-E2847B30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6EF6B-1F20-E7FF-4425-0D024E37E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8C46B-2848-B411-B0FB-64947FD04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4B71F-AC03-76F6-4FEA-B9894536B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64DCD-45C0-B424-0501-EDC52AE5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40BC3-0A33-3E45-92B3-A641EE4C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52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4A1E-08BF-A46A-CA5A-5295708F4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BE095F-4930-CDA6-2EB0-6F49BB7BD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9C176-56F6-CFD8-96DC-D53365453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C14F3-81E5-E7F7-6920-49BD15CE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4F8D7-07A3-7DAD-3D53-EA1DB7A7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B2E91-8B0A-6B94-8F2A-B6062973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6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8B311-9A69-6021-2A52-0BF319FC1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41319-A4EF-5A64-B8F8-6E19209D9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402F5-9E6A-FF3A-8D23-E690B68F8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27BFC-023C-41C8-E0E7-D3C04B91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6C97C-815E-CEB9-831E-4A258C4F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554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ACEEE-AE45-835F-F377-5EBEF75F4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26973-B581-F6E4-7BE1-3BA1955E2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0DA1D-4258-1299-1067-8F9FF2C8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3902E-9273-1B23-B862-4F6256BD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0957C-D1BB-DE96-05EA-D46BD6AF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565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7E636-5DEA-514F-6E70-A0295C3A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214FA-E11A-115C-AD51-623F4DE03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2C2C-310E-AE6A-B872-527EBFF00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0240F-D520-4B69-A2C7-1B7B49349D1F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4F0CA-968F-3DD1-245B-8099AC445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0DDDD-69EA-E200-DB3F-90F764306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DC9F3-2DAF-48C8-867D-E0B879DC4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7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EAAD-00D6-DEAA-DE3A-3C19910865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u="sng" dirty="0"/>
              <a:t>multi-agent</a:t>
            </a:r>
            <a:r>
              <a:rPr lang="en-IN" dirty="0"/>
              <a:t> Customer support system</a:t>
            </a:r>
          </a:p>
        </p:txBody>
      </p:sp>
    </p:spTree>
    <p:extLst>
      <p:ext uri="{BB962C8B-B14F-4D97-AF65-F5344CB8AC3E}">
        <p14:creationId xmlns:p14="http://schemas.microsoft.com/office/powerpoint/2010/main" val="219790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31DD-4D01-08E1-4ECD-C52883BE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DD966-6652-4E9E-79F0-7717B6A01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5231303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002060"/>
                </a:solidFill>
              </a:rPr>
              <a:t>                       </a:t>
            </a:r>
            <a:r>
              <a:rPr lang="en-IN" sz="2000" u="sng" dirty="0">
                <a:solidFill>
                  <a:srgbClr val="002060"/>
                </a:solidFill>
              </a:rPr>
              <a:t>multi-agent Customer support: </a:t>
            </a:r>
            <a:r>
              <a:rPr lang="en-IN" sz="2000" b="1" u="sng" dirty="0">
                <a:solidFill>
                  <a:srgbClr val="002060"/>
                </a:solidFill>
                <a:highlight>
                  <a:srgbClr val="FFFF00"/>
                </a:highlight>
              </a:rPr>
              <a:t>System Architecture diagram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350D43-0871-FB84-F0BC-1B086FBD3B58}"/>
              </a:ext>
            </a:extLst>
          </p:cNvPr>
          <p:cNvSpPr/>
          <p:nvPr/>
        </p:nvSpPr>
        <p:spPr>
          <a:xfrm>
            <a:off x="1178351" y="2705492"/>
            <a:ext cx="1216058" cy="58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</a:rPr>
              <a:t>API server</a:t>
            </a:r>
            <a:endParaRPr lang="en-IN" sz="14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58B73E-934A-8F37-8A22-FDC1D19EE0DF}"/>
              </a:ext>
            </a:extLst>
          </p:cNvPr>
          <p:cNvCxnSpPr>
            <a:endCxn id="4" idx="2"/>
          </p:cNvCxnSpPr>
          <p:nvPr/>
        </p:nvCxnSpPr>
        <p:spPr>
          <a:xfrm>
            <a:off x="56561" y="2996545"/>
            <a:ext cx="11217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BF04D0-07DF-D730-7D46-CB20FCDD9792}"/>
              </a:ext>
            </a:extLst>
          </p:cNvPr>
          <p:cNvSpPr/>
          <p:nvPr/>
        </p:nvSpPr>
        <p:spPr>
          <a:xfrm>
            <a:off x="2653646" y="2696064"/>
            <a:ext cx="1196419" cy="582106"/>
          </a:xfrm>
          <a:prstGeom prst="roundRect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C00000"/>
                </a:solidFill>
              </a:rPr>
              <a:t>Classification_ requests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C7822-ECAA-7A00-24A1-DFF545D535A0}"/>
              </a:ext>
            </a:extLst>
          </p:cNvPr>
          <p:cNvSpPr txBox="1"/>
          <p:nvPr/>
        </p:nvSpPr>
        <p:spPr>
          <a:xfrm>
            <a:off x="2813509" y="3270475"/>
            <a:ext cx="105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(Kafka topic)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D69A6-9E9C-3A8B-42AD-25AE7D4398FD}"/>
              </a:ext>
            </a:extLst>
          </p:cNvPr>
          <p:cNvSpPr txBox="1"/>
          <p:nvPr/>
        </p:nvSpPr>
        <p:spPr>
          <a:xfrm>
            <a:off x="4189037" y="2725507"/>
            <a:ext cx="1216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Classification agent</a:t>
            </a:r>
            <a:endParaRPr lang="en-IN" sz="1400" dirty="0">
              <a:solidFill>
                <a:srgbClr val="0000FF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CB16A9-6A2D-D450-2DDD-29C89796CB84}"/>
              </a:ext>
            </a:extLst>
          </p:cNvPr>
          <p:cNvSpPr/>
          <p:nvPr/>
        </p:nvSpPr>
        <p:spPr>
          <a:xfrm>
            <a:off x="5658439" y="1354080"/>
            <a:ext cx="1498862" cy="582106"/>
          </a:xfrm>
          <a:prstGeom prst="roundRect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solidFill>
                  <a:srgbClr val="C00000"/>
                </a:solidFill>
              </a:rPr>
              <a:t>billing_requests</a:t>
            </a:r>
            <a:endParaRPr lang="en-IN" sz="1400" dirty="0">
              <a:solidFill>
                <a:srgbClr val="C0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0CDC60-C8E4-0954-5AF4-3B3B2886FDD2}"/>
              </a:ext>
            </a:extLst>
          </p:cNvPr>
          <p:cNvSpPr/>
          <p:nvPr/>
        </p:nvSpPr>
        <p:spPr>
          <a:xfrm>
            <a:off x="5658439" y="2707286"/>
            <a:ext cx="1498862" cy="582106"/>
          </a:xfrm>
          <a:prstGeom prst="roundRect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solidFill>
                  <a:srgbClr val="C00000"/>
                </a:solidFill>
              </a:rPr>
              <a:t>tech_requests</a:t>
            </a:r>
            <a:endParaRPr lang="en-IN" sz="1400" dirty="0">
              <a:solidFill>
                <a:srgbClr val="C0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5564CE-95DF-04C4-F3EA-0D21D8B4704B}"/>
              </a:ext>
            </a:extLst>
          </p:cNvPr>
          <p:cNvSpPr/>
          <p:nvPr/>
        </p:nvSpPr>
        <p:spPr>
          <a:xfrm>
            <a:off x="5658439" y="4668131"/>
            <a:ext cx="1498862" cy="582106"/>
          </a:xfrm>
          <a:prstGeom prst="roundRect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solidFill>
                  <a:srgbClr val="C00000"/>
                </a:solidFill>
              </a:rPr>
              <a:t>general_requests</a:t>
            </a:r>
            <a:endParaRPr lang="en-IN" sz="1400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581D0-BD51-ACC3-F3DF-A2ABC216C51C}"/>
              </a:ext>
            </a:extLst>
          </p:cNvPr>
          <p:cNvSpPr txBox="1"/>
          <p:nvPr/>
        </p:nvSpPr>
        <p:spPr>
          <a:xfrm>
            <a:off x="5879969" y="1909928"/>
            <a:ext cx="105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(Kafka topic)</a:t>
            </a:r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19A2C-DCC4-709D-16F0-E8F6AE65F4C6}"/>
              </a:ext>
            </a:extLst>
          </p:cNvPr>
          <p:cNvSpPr txBox="1"/>
          <p:nvPr/>
        </p:nvSpPr>
        <p:spPr>
          <a:xfrm>
            <a:off x="5928674" y="3259282"/>
            <a:ext cx="105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(Kafka topic)</a:t>
            </a:r>
            <a:endParaRPr lang="en-IN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E2056B-0C1B-2833-BAA7-446DC2728E4D}"/>
              </a:ext>
            </a:extLst>
          </p:cNvPr>
          <p:cNvCxnSpPr>
            <a:cxnSpLocks/>
            <a:stCxn id="4" idx="6"/>
            <a:endCxn id="3" idx="1"/>
          </p:cNvCxnSpPr>
          <p:nvPr/>
        </p:nvCxnSpPr>
        <p:spPr>
          <a:xfrm flipV="1">
            <a:off x="2394409" y="2987117"/>
            <a:ext cx="259237" cy="9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7F49BC-4E37-1663-831D-74C1884AF178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3850065" y="2987117"/>
            <a:ext cx="338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5E89B1-5D6F-CF5E-2659-7ABDB06A7DA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011918" y="2981506"/>
            <a:ext cx="646521" cy="16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20AA0D-BA6F-0EC3-39CC-5CCE4AB744BB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>
            <a:off x="4797066" y="3248727"/>
            <a:ext cx="861373" cy="1710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6343FE-DB18-FB87-E6B9-327D5ADE43D5}"/>
              </a:ext>
            </a:extLst>
          </p:cNvPr>
          <p:cNvCxnSpPr>
            <a:cxnSpLocks/>
            <a:stCxn id="7" idx="0"/>
            <a:endCxn id="8" idx="1"/>
          </p:cNvCxnSpPr>
          <p:nvPr/>
        </p:nvCxnSpPr>
        <p:spPr>
          <a:xfrm flipV="1">
            <a:off x="4797066" y="1645133"/>
            <a:ext cx="861373" cy="1080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79E7118-D221-54E8-8999-E0FC260786D4}"/>
              </a:ext>
            </a:extLst>
          </p:cNvPr>
          <p:cNvSpPr/>
          <p:nvPr/>
        </p:nvSpPr>
        <p:spPr>
          <a:xfrm>
            <a:off x="8638095" y="2794425"/>
            <a:ext cx="1498862" cy="582106"/>
          </a:xfrm>
          <a:prstGeom prst="roundRect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solidFill>
                  <a:srgbClr val="C00000"/>
                </a:solidFill>
              </a:rPr>
              <a:t>audit_logs</a:t>
            </a:r>
            <a:endParaRPr lang="en-IN" sz="1400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F468BC-87C0-AEA4-8B9F-FBE007206089}"/>
              </a:ext>
            </a:extLst>
          </p:cNvPr>
          <p:cNvSpPr txBox="1"/>
          <p:nvPr/>
        </p:nvSpPr>
        <p:spPr>
          <a:xfrm>
            <a:off x="7517483" y="856629"/>
            <a:ext cx="1216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Billing agent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EB4DCE-AEF7-06A1-C1E8-28EF75A1843D}"/>
              </a:ext>
            </a:extLst>
          </p:cNvPr>
          <p:cNvSpPr txBox="1"/>
          <p:nvPr/>
        </p:nvSpPr>
        <p:spPr>
          <a:xfrm>
            <a:off x="7677249" y="3851567"/>
            <a:ext cx="1216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Tech </a:t>
            </a:r>
          </a:p>
          <a:p>
            <a:r>
              <a:rPr lang="en-US" dirty="0"/>
              <a:t>agent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9D935-BACF-3C37-EE50-7E6A058EFB8B}"/>
              </a:ext>
            </a:extLst>
          </p:cNvPr>
          <p:cNvSpPr txBox="1"/>
          <p:nvPr/>
        </p:nvSpPr>
        <p:spPr>
          <a:xfrm>
            <a:off x="7189805" y="4708563"/>
            <a:ext cx="1216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Agent can be added later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697195E-EBDB-4E21-69C8-4CE05C949987}"/>
              </a:ext>
            </a:extLst>
          </p:cNvPr>
          <p:cNvSpPr txBox="1"/>
          <p:nvPr/>
        </p:nvSpPr>
        <p:spPr>
          <a:xfrm>
            <a:off x="5928674" y="5281015"/>
            <a:ext cx="105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(Kafka topic)</a:t>
            </a:r>
            <a:endParaRPr lang="en-IN" sz="1200" dirty="0"/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54DB6F96-7BB8-A497-8E31-5976E0A56354}"/>
              </a:ext>
            </a:extLst>
          </p:cNvPr>
          <p:cNvCxnSpPr>
            <a:cxnSpLocks/>
            <a:stCxn id="41" idx="3"/>
            <a:endCxn id="31" idx="0"/>
          </p:cNvCxnSpPr>
          <p:nvPr/>
        </p:nvCxnSpPr>
        <p:spPr>
          <a:xfrm>
            <a:off x="8733541" y="1010518"/>
            <a:ext cx="653985" cy="17839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2F2C364C-98FD-0AE0-11F7-762828C90462}"/>
              </a:ext>
            </a:extLst>
          </p:cNvPr>
          <p:cNvSpPr txBox="1"/>
          <p:nvPr/>
        </p:nvSpPr>
        <p:spPr>
          <a:xfrm>
            <a:off x="10647968" y="3677015"/>
            <a:ext cx="1216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Audit agent</a:t>
            </a:r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0C016B-D1F5-7849-F8B2-9C24452EC19A}"/>
              </a:ext>
            </a:extLst>
          </p:cNvPr>
          <p:cNvSpPr txBox="1"/>
          <p:nvPr/>
        </p:nvSpPr>
        <p:spPr>
          <a:xfrm>
            <a:off x="8859625" y="3429000"/>
            <a:ext cx="105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(Kafka topic)</a:t>
            </a:r>
            <a:endParaRPr lang="en-IN" sz="1200" dirty="0"/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91EF8EDB-5EA9-C781-41E0-1BC8B0AF3640}"/>
              </a:ext>
            </a:extLst>
          </p:cNvPr>
          <p:cNvCxnSpPr>
            <a:cxnSpLocks/>
            <a:stCxn id="31" idx="3"/>
            <a:endCxn id="93" idx="0"/>
          </p:cNvCxnSpPr>
          <p:nvPr/>
        </p:nvCxnSpPr>
        <p:spPr>
          <a:xfrm>
            <a:off x="10136957" y="3085478"/>
            <a:ext cx="1119040" cy="5915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Cylinder 96">
            <a:extLst>
              <a:ext uri="{FF2B5EF4-FFF2-40B4-BE49-F238E27FC236}">
                <a16:creationId xmlns:a16="http://schemas.microsoft.com/office/drawing/2014/main" id="{D5198B28-016D-F32A-5619-69D4056B1ECA}"/>
              </a:ext>
            </a:extLst>
          </p:cNvPr>
          <p:cNvSpPr/>
          <p:nvPr/>
        </p:nvSpPr>
        <p:spPr>
          <a:xfrm>
            <a:off x="7613225" y="1909928"/>
            <a:ext cx="768578" cy="653083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Postgre </a:t>
            </a:r>
            <a:r>
              <a:rPr lang="en-US" sz="1400" dirty="0" err="1"/>
              <a:t>Sql</a:t>
            </a:r>
            <a:r>
              <a:rPr lang="en-US" sz="1400" dirty="0"/>
              <a:t> DB</a:t>
            </a:r>
            <a:endParaRPr lang="en-IN" sz="1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6CB33CA-0903-5E90-8D3B-DB599CE006E6}"/>
              </a:ext>
            </a:extLst>
          </p:cNvPr>
          <p:cNvSpPr txBox="1"/>
          <p:nvPr/>
        </p:nvSpPr>
        <p:spPr>
          <a:xfrm>
            <a:off x="10687713" y="1846113"/>
            <a:ext cx="1225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Escalation agent</a:t>
            </a:r>
            <a:endParaRPr lang="en-IN" dirty="0"/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10C9F8CE-0692-D456-DF1C-4FF8C1202CAD}"/>
              </a:ext>
            </a:extLst>
          </p:cNvPr>
          <p:cNvCxnSpPr>
            <a:cxnSpLocks/>
            <a:endCxn id="100" idx="2"/>
          </p:cNvCxnSpPr>
          <p:nvPr/>
        </p:nvCxnSpPr>
        <p:spPr>
          <a:xfrm flipV="1">
            <a:off x="10137350" y="2369333"/>
            <a:ext cx="1162971" cy="5746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98988568-D90E-C89B-179A-DAF4D58CC62A}"/>
              </a:ext>
            </a:extLst>
          </p:cNvPr>
          <p:cNvSpPr/>
          <p:nvPr/>
        </p:nvSpPr>
        <p:spPr>
          <a:xfrm>
            <a:off x="10548594" y="606444"/>
            <a:ext cx="1498862" cy="665008"/>
          </a:xfrm>
          <a:prstGeom prst="roundRect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C00000"/>
                </a:solidFill>
              </a:rPr>
              <a:t>Escalations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(</a:t>
            </a:r>
            <a:r>
              <a:rPr lang="en-IN" sz="1400" b="1" dirty="0">
                <a:solidFill>
                  <a:schemeClr val="tx1"/>
                </a:solidFill>
              </a:rPr>
              <a:t>LLM</a:t>
            </a:r>
            <a:r>
              <a:rPr lang="en-IN" sz="1400" dirty="0">
                <a:solidFill>
                  <a:schemeClr val="tx1"/>
                </a:solidFill>
              </a:rPr>
              <a:t> generated message)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91AA728-7BF6-1FB3-D99B-27831F64F1AF}"/>
              </a:ext>
            </a:extLst>
          </p:cNvPr>
          <p:cNvSpPr txBox="1"/>
          <p:nvPr/>
        </p:nvSpPr>
        <p:spPr>
          <a:xfrm>
            <a:off x="10776998" y="1232160"/>
            <a:ext cx="105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(Kafka topic)</a:t>
            </a:r>
            <a:endParaRPr lang="en-IN" sz="1200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2B93A30-91C9-5164-0F68-58845DE600B4}"/>
              </a:ext>
            </a:extLst>
          </p:cNvPr>
          <p:cNvCxnSpPr>
            <a:cxnSpLocks/>
            <a:stCxn id="100" idx="0"/>
          </p:cNvCxnSpPr>
          <p:nvPr/>
        </p:nvCxnSpPr>
        <p:spPr>
          <a:xfrm flipV="1">
            <a:off x="11300321" y="1516186"/>
            <a:ext cx="4578" cy="329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2DE0EE3-9615-3008-B25C-C1F994CAC5E9}"/>
              </a:ext>
            </a:extLst>
          </p:cNvPr>
          <p:cNvSpPr txBox="1"/>
          <p:nvPr/>
        </p:nvSpPr>
        <p:spPr>
          <a:xfrm>
            <a:off x="146313" y="2696064"/>
            <a:ext cx="1012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 requests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A0B0A9-053C-8814-EFA8-D57F8289AFB5}"/>
              </a:ext>
            </a:extLst>
          </p:cNvPr>
          <p:cNvSpPr txBox="1"/>
          <p:nvPr/>
        </p:nvSpPr>
        <p:spPr>
          <a:xfrm>
            <a:off x="1314647" y="3297569"/>
            <a:ext cx="105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Port: 8000</a:t>
            </a:r>
            <a:endParaRPr lang="en-IN" sz="1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99506A-701E-3021-B5FA-8C0201B69169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7983717" y="1182299"/>
            <a:ext cx="13797" cy="727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48F202-C10D-082C-7B73-9180A50AF2B6}"/>
              </a:ext>
            </a:extLst>
          </p:cNvPr>
          <p:cNvSpPr txBox="1"/>
          <p:nvPr/>
        </p:nvSpPr>
        <p:spPr>
          <a:xfrm>
            <a:off x="10728096" y="4063584"/>
            <a:ext cx="1055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Only for Observability</a:t>
            </a:r>
            <a:endParaRPr lang="en-IN" sz="1200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A3FEE9C-A350-356A-90A5-7041526A7608}"/>
              </a:ext>
            </a:extLst>
          </p:cNvPr>
          <p:cNvCxnSpPr>
            <a:stCxn id="8" idx="0"/>
            <a:endCxn id="41" idx="1"/>
          </p:cNvCxnSpPr>
          <p:nvPr/>
        </p:nvCxnSpPr>
        <p:spPr>
          <a:xfrm rot="5400000" flipH="1" flipV="1">
            <a:off x="6790895" y="627493"/>
            <a:ext cx="343562" cy="11096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06F5D88-BEAB-36B9-9277-7B58648F9EEE}"/>
              </a:ext>
            </a:extLst>
          </p:cNvPr>
          <p:cNvCxnSpPr>
            <a:cxnSpLocks/>
            <a:endCxn id="97" idx="3"/>
          </p:cNvCxnSpPr>
          <p:nvPr/>
        </p:nvCxnSpPr>
        <p:spPr>
          <a:xfrm flipV="1">
            <a:off x="7964349" y="2563011"/>
            <a:ext cx="33165" cy="1288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B9A8A944-DDE4-E650-5272-4B2309B1333B}"/>
              </a:ext>
            </a:extLst>
          </p:cNvPr>
          <p:cNvCxnSpPr>
            <a:stCxn id="9" idx="2"/>
            <a:endCxn id="42" idx="1"/>
          </p:cNvCxnSpPr>
          <p:nvPr/>
        </p:nvCxnSpPr>
        <p:spPr>
          <a:xfrm rot="16200000" flipH="1">
            <a:off x="6630667" y="3066594"/>
            <a:ext cx="823785" cy="12693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003105A4-AF27-9C52-8EB5-6077BB21533E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8271628" y="3705999"/>
            <a:ext cx="1115898" cy="4071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7B24AEF-61FB-289C-71A8-EA8FDF9E0981}"/>
              </a:ext>
            </a:extLst>
          </p:cNvPr>
          <p:cNvCxnSpPr>
            <a:cxnSpLocks/>
            <a:stCxn id="104" idx="0"/>
          </p:cNvCxnSpPr>
          <p:nvPr/>
        </p:nvCxnSpPr>
        <p:spPr>
          <a:xfrm rot="16200000" flipV="1">
            <a:off x="9325476" y="-1366105"/>
            <a:ext cx="164559" cy="37805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1C24F2-1E44-45A4-4E40-9528ADCCB533}"/>
              </a:ext>
            </a:extLst>
          </p:cNvPr>
          <p:cNvSpPr txBox="1"/>
          <p:nvPr/>
        </p:nvSpPr>
        <p:spPr>
          <a:xfrm>
            <a:off x="8523598" y="143026"/>
            <a:ext cx="1727855" cy="314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Email to admin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5CB5B6-2CE0-45DC-9A99-615DB1CC2A85}"/>
              </a:ext>
            </a:extLst>
          </p:cNvPr>
          <p:cNvSpPr txBox="1"/>
          <p:nvPr/>
        </p:nvSpPr>
        <p:spPr>
          <a:xfrm>
            <a:off x="7842146" y="418553"/>
            <a:ext cx="2553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000FF"/>
                </a:solidFill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Functionality can be added later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7A68D6E-37CC-AC99-EAD4-19F828DAF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119" y="-3580"/>
            <a:ext cx="837301" cy="83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62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93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multi-agent Customer support system</vt:lpstr>
      <vt:lpstr>                       multi-agent Customer support: System Architecture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 BASU</dc:creator>
  <cp:lastModifiedBy>AYAN BASU</cp:lastModifiedBy>
  <cp:revision>35</cp:revision>
  <dcterms:created xsi:type="dcterms:W3CDTF">2026-05-15T05:20:59Z</dcterms:created>
  <dcterms:modified xsi:type="dcterms:W3CDTF">2026-05-19T14:57:52Z</dcterms:modified>
</cp:coreProperties>
</file>